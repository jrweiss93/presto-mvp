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Presto es una aplicación que reúne billetera, préstamos entre personas e inversiones en un solo lugar. La versión que van a ver es una demo pública con dinero simulado: no se mueve plata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solo la plata: es la fricción y la falta de claridad. La gente no sabe cuánto va a pagar, dónde está su dinero ni cómo empezar a invertir.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propuesta es juntar lo que normalmente está disperso. El usuario no necesita cuatro aplicaciones ni una planilla paralela.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tres perfiles concretos: quien necesita dinero, quien lo presta y quien invierte. La app está pensada para gente común, no para traders.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circuito completo: identidad, billetera, oferta, préstamo, cuotas e inversión. Cada operación deja registro y se puede seguir desde el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recorrido que se puede mostrar en cinco minutos. La persona siempre sabe en qué paso está y qué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ventajas no son solo features: son menos pasos, menos sorpresas y más claridad. No decimos que los demás sean malos; decimos qué problema resolvemos distinto.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Presti nació para explicar, no para impresionar. Responde con datos de la cuenta y textos legales revisados. No es un chat que alucina.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confianza se construye con reglas, no con promesas. Cada movimiento queda registrado y el sistema impide inconsistencias.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prioridad fue que el dinero esté bien cuidado y que el equipo pueda mantenerlo. Por eso Django y PostgreSQL, y una interfaz liviana con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 un prototipo visual: es una aplicación completa con pruebas. La demo ya muestra el circuito de punta a punta.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demo está lista. Para usuarios reales falta conectar pagos, validar documentos, cerrar el marco legal y sumar monitoreo.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Presto ya muestra el circuito completo. El siguiente paso es llevar la demo a una operación real, con pagos y legales.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91440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32688"/>
            <a:ext cx="7315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Segoe UI"/>
              </a:rPr>
              <a:t>Presto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82880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DDE9FF"/>
                </a:solidFill>
                <a:latin typeface="Segoe UI"/>
              </a:rPr>
              <a:t>Finanzas e inversiones entre personas, en pesos y dólares.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63240"/>
            <a:ext cx="4251960" cy="38404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92400E"/>
                </a:solidFill>
                <a:latin typeface="Segoe UI"/>
              </a:rPr>
              <a:t>DEMO PÚBLICA · DINERO SIMULADO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DDE9FF"/>
                </a:solidFill>
                <a:latin typeface="Segoe UI"/>
              </a:rPr>
              <a:t>Una demo para mostrar el circuito completo, sin dinero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https://presto-mvp-alpha.vercel.app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DE9FF"/>
                </a:solidFill>
                <a:latin typeface="Segoe UI"/>
              </a:rP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El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11827"/>
                </a:solidFill>
                <a:latin typeface="Segoe UI"/>
              </a:rPr>
              <a:t>•  Pedir un préstamo suele ser lento, con requisitos poco claros y costos que aparecen al final.
•  Ahorrar en pesos es difícil y la inversión parece reservada a especialistas.
•  Las herramientas están separadas: banco, billetera, planilla y app de inversión.
•  Quien tiene dinero para prestar no encuentra un lugar simple con reglas claras.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La claridad también es parte del producto.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02 ·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Una sola aplicación para mover, prestar, invertir y ordenar.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Billetera en dos monedas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Saldo en ARS y USD, depósitos, retiros y transferencias.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3" y="201168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Préstamos entre personas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Publicá una oferta o elegí la que mejor se adapta a 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7588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Inversiones simples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Plazos fijos con tasa, interés y vencimiento claros.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3" y="367588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Orden financiero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Presupuestos por categoría y control de gastos.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Presti: un asistente que explica el mercado, tus cuotas y el marco legal sin tecnicismos.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03 ·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¿A quién está dirigida?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84448" cy="265176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Ana, 29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Prestataria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Necesita financiarse para un proyecto y quiere saber exactamente cuánto va a pagar por 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828800"/>
            <a:ext cx="3584448" cy="265176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Beto, 45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Prestamista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Tiene saldo y quiere prestarlo con reglas claras, sin perder el control de su dinero.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1828800"/>
            <a:ext cx="3584448" cy="265176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Carla, 35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Inversora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Quiere que su saldo rinda sin volverse experta en mercados ni en jerga financiera.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2920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Personas sin experiencia financiera que valoran claridad, orden y una interfaz simple.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04 ·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¿Qué operaciones permite?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Identidad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Verificación de identidad antes de operar con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828800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Billetera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Depositar, retirar y transferir en ARS o USD.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1828800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Ofertas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Publicar, buscar y comparar ofertas de préstamo.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84448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Préstamos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Aceptar una oferta, recibir el dinero y pagar cuotas.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3584448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Inversiones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Abrir un plazo fijo y cobrar el interés al vencimiento.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3584448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Control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Presupuestos por categoría y seguimiento de gastos.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Cada operación queda registrada y se puede seguir desde el panel.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05 · 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El circuito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1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Verificás tu identidad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KYC una vez y ya podés operar.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7518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5262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2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Cargás saldo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Depósito simulado en la demo.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9860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7604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3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Publicás o elegís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Oferta propia o una del marketplace.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203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9947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4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Pagás en cuotas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Cronograma claro, mes a 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4545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2289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5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Invertís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Plazo fijo con vencimiento e interés.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120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El circuito completo se puede mostrar en cinco minutos.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06 · BENEFICIOS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Qué cambia con Presto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3736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486400"/>
              </a:tblGrid>
              <a:tr h="5486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Lo habitual</a:t>
                      </a:r>
                    </a:p>
                  </a:txBody>
                  <a:tcPr marL="73152" marR="73152" anchor="ctr">
                    <a:solidFill>
                      <a:srgbClr val="465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En Presto</a:t>
                      </a:r>
                    </a:p>
                  </a:txBody>
                  <a:tcPr marL="73152" marR="73152" anchor="ctr">
                    <a:solidFill>
                      <a:srgbClr val="465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Una app para la cuenta, otra para invertir, una planilla para los gastos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Todo el circuito en una sola aplicación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Costos que aparecen al final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Cuota, interés y costo total antes de aceptar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Inversión con jerga y requisitos altos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Tasas, plazos y vencimientos explicados en simple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Una sola moneda o conversión automática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ARS y USD separados, sin conversión implícita</a:t>
                      </a:r>
                    </a:p>
                  </a:txBody>
                  <a:tcPr marL="73152" marR="73152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Sin asistencia para entender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74151"/>
                          </a:solidFill>
                          <a:latin typeface="Segoe UI"/>
                        </a:rPr>
                        <a:t>Presti explica el mercado y el marco legal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Comparación de enfoque y experiencia de uso. No compara precios ni condiciones de competidores.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07 · ASISTENTE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Presti, el asistente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Tu cuenta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Saldo, cuotas y próximos vencimientos.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3" y="182880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Mercado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Dólar y cripto con datos reales.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9300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Marco legal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Fichas simples con normas y enlaces.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3" y="349300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Sin inventos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Reglas y contenido curado; no IA generativa.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Si no entiende una pregunta, propone opciones. No promete asesoramiento ni inventa datos.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08 ·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Confianza en cada movimiento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Identidad verificada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KYC antes de operar con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3" y="182880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Cada movimiento, dos veces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Libro contable de doble entrada.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9300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Sin cobros duplicados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Cada operación tiene una clave única.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3" y="349300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Monedas separadas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ARS y USD nunca se mezclan.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09 · 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¿Por qué estas herramientas?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Python + Django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Orden, seguridad y velocidad para reglas de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828800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PostgreSQL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Consistencia y transacciones para datos financieros.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1828800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Redis + Celery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Tareas diarias sin bloquear la aplicación.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84448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React + Vite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Interfaz rápida y pensada primero para celular.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3584448"/>
            <a:ext cx="3584448" cy="15544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Docker + Render + Vercel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Despliegue reproducible y demo accesible.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Se eligieron herramientas probadas y mantenibles, no las de moda.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10 ·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Estado actual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638044" cy="16002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65FFF"/>
                </a:solidFill>
                <a:latin typeface="Segoe UI"/>
              </a:rPr>
              <a:t>13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Segoe UI"/>
              </a:rPr>
              <a:t>módulos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2132" y="1828800"/>
            <a:ext cx="2638044" cy="16002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65FFF"/>
                </a:solidFill>
                <a:latin typeface="Segoe UI"/>
              </a:rPr>
              <a:t>800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Segoe UI"/>
              </a:rPr>
              <a:t>pruebas automáticas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638044" cy="16002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65FFF"/>
                </a:solidFill>
                <a:latin typeface="Segoe UI"/>
              </a:rPr>
              <a:t>5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Segoe UI"/>
              </a:rPr>
              <a:t>controles en cada cambio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0556" y="1828800"/>
            <a:ext cx="2638044" cy="16002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65FFF"/>
                </a:solidFill>
                <a:latin typeface="Segoe UI"/>
              </a:rPr>
              <a:t>1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Segoe UI"/>
              </a:rPr>
              <a:t>demo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881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11827"/>
                </a:solidFill>
                <a:latin typeface="Segoe UI"/>
              </a:rPr>
              <a:t>•  Login, KYC, billetera, préstamos, inversiones, presupuestos, Presti y admin.
•  Demo pública con dinero simulado y datos de ejemplo.
•  Cada cambio pasa por calidad, migraciones, tests, front e imagen Docker.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6072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Demo pública: https://presto-mvp-alpha.vercel.app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11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596896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1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Pagos reales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Mercado Pago sandbox y luego producción.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3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103120"/>
            <a:ext cx="2596896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2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KYC con documentos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Subida y validación de identidad.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1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103120"/>
            <a:ext cx="2596896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3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Legal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TyC, privacidad y encuadre regulatorio.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59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2103120"/>
            <a:ext cx="2596896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4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Operación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Sentry, backups y dominio propio.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120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La demo está lista; esto falta para usuarios reales.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Segoe UI"/>
              </a:rPr>
              <a:t>Presto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DDE9FF"/>
                </a:solidFill>
                <a:latin typeface="Segoe UI"/>
              </a:rPr>
              <a:t>Menos fricción, más claridad.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https://presto-mvp-alpha.vercel.app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DDE9FF"/>
                </a:solidFill>
                <a:latin typeface="Segoe UI"/>
              </a:rPr>
              <a:t>Usuarios demo: ana@presto.demo  ·  beto@presto.demo  ·  carla@presto.demo  ·  Presto123!  ·  Repo: https://github.com/jrweiss93/PRESTO-MVP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