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Presto reúne billetera, préstamos entre personas e inversiones en una sola app. La demo usa dinero simulado: no se mueve plata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no es solo la plata: es la fricción y la falta de claridad. La gente no sabe cuánto va a pagar ni cómo empezar a invertir.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propuesta es juntar lo que normalmente está disperso: billetera, préstamos, inversiones y control en una sola aplicación.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recorrido que se muestra en cinco minutos. La persona siempre sabe en qué paso está y qué sigue.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ventajas no son solo funciones: son menos pasos, menos sorpresas y más claridad. No decimos que los demás sean malos; decimos qué problema resolvemos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prioridad fue que el dinero esté bien cuidado y que el equipo pueda mantenerlo. Por eso Django, PostgreSQL y un libro contable de doble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 un prototipo visual: es una aplicación completa con pruebas. La demo ya muestra el circuito de punta a punta; falta conectar pagos y cerrar legales.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Presto ya muestra el circuito completo. El siguiente paso es llevar la demo a una operación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868680"/>
            <a:ext cx="960120" cy="960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20240" y="182880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DE9FF"/>
                </a:solidFill>
                <a:latin typeface="Segoe UI"/>
              </a:rPr>
              <a:t>Finanzas e inversiones entre personas, en pesos y dólares.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Segoe UI"/>
              </a:rPr>
              <a:t>Presto</a:t>
            </a:r>
            <a:r>
              <a:rPr sz="5800" b="1">
                <a:solidFill>
                  <a:srgbClr val="93C5FD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40"/>
            <a:ext cx="4251960" cy="38404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2400E"/>
                </a:solidFill>
                <a:latin typeface="Segoe UI"/>
              </a:rPr>
              <a:t>DEMO PÚBLICA · DINERO SIMULADO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DDE9FF"/>
                </a:solidFill>
                <a:latin typeface="Segoe UI"/>
              </a:rPr>
              <a:t>Una demo para mostrar el circuito completo, sin dinero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https://presto-mvp-alpha.vercel.app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DDE9FF"/>
                </a:solidFill>
                <a:latin typeface="Segoe UI"/>
              </a:rPr>
              <a:t>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01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El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11827"/>
                </a:solidFill>
                <a:latin typeface="Segoe UI"/>
              </a:rPr>
              <a:t>•  Pedir un préstamo es lento y los costos aparecen al final.
•  Invertir parece difícil y las herramientas están dispersas.
•  Quien presta no tiene un lugar simple con reglas claras.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La claridad también es parte del producto.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02 ·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La 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Segoe UI"/>
              </a:rPr>
              <a:t>Una sola app para mover, prestar, invertir y ordenar.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1168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Billetera en dos monedas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ARS y USD, depósitos, retiros y transferencias.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3" y="201168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Préstamos entre personas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Publicá, compará y aceptá con reglas claras.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Inversiones simples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Plazo fijo con tasa, interés y vencimiento.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3" y="367588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Orden financiero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Presupuestos por categoría y control de gastos.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Presti: el asistente que explica todo sin tecnicismos.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03 · 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El circuito completo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Verificás tu identidad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KYC una vez.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7518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5262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2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Cargás saldo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ARS o USD.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9860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7604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3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Elegís una oferta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Publicás o comparás.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203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9947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4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Pagás en cuotas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Cronograma claro.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4545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32289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5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Invertís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Plazo fijo.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20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El circuito completo, en una sola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04 · BENEFICIOS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Qué nos diferencia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Todo en un lugar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Billetera, préstamos, inversiones y gastos.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3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Costos claros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Cuota, interés y total antes de aceptar.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Dos monedas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ARS y USD separados, sin conversión.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3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Presti sin humo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Datos reales y contenido curado.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Comparación de enfoque y experiencia de uso. No compara precios.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05 ·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Tecnología y confianza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Python + Django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Orden y seguridad para reglas de dinero.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3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PostgreSQL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Consistencia y transacciones.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Doble registro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Cada movimiento, dos veces.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3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Identidad verificada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KYC antes de operar.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Herramientas probadas y mantenibles, no las de moda.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06 · 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Hoy y lo que sigue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13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módulos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2132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800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pruebas automáticas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5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controles en cada cambio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0556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demo pública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10881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11827"/>
                </a:solidFill>
                <a:latin typeface="Segoe UI"/>
              </a:rPr>
              <a:t>•  Demo pública con dinero simulado.
•  Circuito completo: billetera, préstamos, inversiones y Presti.
•  Próximo: pagos reales, KYC con documentos y legales.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6072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Demo: https://presto-mvp-alpha.vercel.app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9659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Segoe UI"/>
              </a:rPr>
              <a:t>Presto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889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DDE9FF"/>
                </a:solidFill>
                <a:latin typeface="Segoe UI"/>
              </a:rPr>
              <a:t>Menos fricción, más claridad.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https://presto-mvp-alpha.vercel.app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7472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DDE9FF"/>
                </a:solidFill>
                <a:latin typeface="Segoe UI"/>
              </a:rPr>
              <a:t>Usuarios demo: ana@presto.demo  ·  beto@presto.demo  ·  carla@presto.demo  ·  Presto123!  ·  Repo: https://github.com/jrweiss93/PRESTO-MVP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