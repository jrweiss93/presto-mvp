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Presto reúne billetera, préstamos entre personas e inversiones en una sola app. La demo usa dinero simulado: no se mueve plata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no es solo la plata: es la fricción y la falta de claridad. La gente no sabe cuánto va a pagar ni cómo empezar a invertir.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propuesta es juntar lo que normalmente está disperso: billetera, préstamos, inversiones y control en una sola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recorrido que se muestra en cinco minutos. La persona siempre sabe en qué paso está y qué sigue.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ventajas no son solo funciones: son menos pasos, menos sorpresas y más claridad. No decimos que los demás sean malos; decimos qué problema resolvemos distinto.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prioridad fue que el dinero esté bien cuidado y que el equipo pueda mantenerlo. Por eso Django, PostgreSQL y un libro contable de doble 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es un prototipo visual: es una aplicación completa con pruebas. La demo ya muestra el circuito de punta a punta; falta conectar pagos y cerrar legales.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Presto ya muestra el circuito completo. El siguiente paso es llevar la demo a una operación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914400"/>
            <a:ext cx="868680" cy="868680"/>
          </a:xfrm>
          <a:prstGeom prst="roundRect">
            <a:avLst>
              <a:gd name="adj" fmla="val 8000"/>
            </a:avLst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182880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DDE9FF"/>
                </a:solidFill>
                <a:latin typeface="Segoe UI"/>
              </a:rPr>
              <a:t>Finanzas e inversiones entre personas, en pesos y dólares.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932688"/>
            <a:ext cx="7772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Segoe UI"/>
              </a:rPr>
              <a:t>Presto</a:t>
            </a:r>
            <a:r>
              <a:rPr sz="5800" b="1">
                <a:solidFill>
                  <a:srgbClr val="93C5FD"/>
                </a:solidFill>
                <a:latin typeface="Segoe U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063240"/>
            <a:ext cx="4251960" cy="38404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92400E"/>
                </a:solidFill>
                <a:latin typeface="Segoe UI"/>
              </a:rPr>
              <a:t>DEMO PÚBLICA · DINERO SIMULADO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DDE9FF"/>
                </a:solidFill>
                <a:latin typeface="Segoe UI"/>
              </a:rPr>
              <a:t>Una demo para mostrar el circuito completo, sin dinero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https://presto-mvp-alpha.vercel.app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DE9FF"/>
                </a:solidFill>
                <a:latin typeface="Segoe UI"/>
              </a:rPr>
              <a:t>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01 ·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El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11827"/>
                </a:solidFill>
                <a:latin typeface="Segoe UI"/>
              </a:rPr>
              <a:t>•  Pedir un préstamo es lento y los costos aparecen al final.
•  Invertir parece difícil y las herramientas están dispersas.
•  Quien presta no tiene un lugar simple con reglas claras.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La claridad también es parte del producto.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02 ·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La 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280"/>
                </a:solidFill>
                <a:latin typeface="Segoe UI"/>
              </a:rPr>
              <a:t>Una sola app para mover, prestar, invertir y ordenar.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Billetera en dos monedas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ARS y USD, depósitos, retiros y transferencias.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3" y="2011680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Préstamos entre personas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Publicá, compará y aceptá con reglas claras.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75888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Inversiones simples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Plazo fijo con tasa, interés y vencimiento.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3" y="3675888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Orden financiero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Presupuestos por categoría y control de gastos.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4406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Presti: el asistente que explica todo sin tecnicismos.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03 · 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El circuito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2026310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1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Verificás tu identidad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KYC una vez.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7518" y="2761487"/>
            <a:ext cx="219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65FFF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5262" y="2103120"/>
            <a:ext cx="2026310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2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Cargás saldo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ARS o USD.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9860" y="2761487"/>
            <a:ext cx="219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65FFF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7604" y="2103120"/>
            <a:ext cx="2026310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3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Elegís una oferta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Publicás o comparás.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203" y="2761487"/>
            <a:ext cx="219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65F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9947" y="2103120"/>
            <a:ext cx="2026310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4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Pagás en cuotas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Cronograma claro.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4545" y="2761487"/>
            <a:ext cx="219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65FFF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2289" y="2103120"/>
            <a:ext cx="2026310" cy="20574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09728"/>
          <a:lstStyle/>
          <a:p>
            <a:pPr algn="ctr"/>
            <a:r>
              <a:rPr sz="1100" b="1">
                <a:solidFill>
                  <a:srgbClr val="465FFF"/>
                </a:solidFill>
                <a:latin typeface="Segoe UI"/>
              </a:rPr>
              <a:t>5</a:t>
            </a:r>
          </a:p>
          <a:p>
            <a:pPr>
              <a:spcBef>
                <a:spcPts val="200"/>
              </a:spcBef>
            </a:pPr>
            <a:r>
              <a:rPr sz="1250" b="1">
                <a:solidFill>
                  <a:srgbClr val="1E3A8A"/>
                </a:solidFill>
                <a:latin typeface="Segoe UI"/>
              </a:rPr>
              <a:t>Invertís</a:t>
            </a:r>
          </a:p>
          <a:p>
            <a:r>
              <a:rPr sz="1000">
                <a:solidFill>
                  <a:srgbClr val="4B5563"/>
                </a:solidFill>
                <a:latin typeface="Segoe UI"/>
              </a:rPr>
              <a:t>Plazo fijo.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2120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El circuito completo, en una sola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04 · BENEFICIOS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Qué nos diferencia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Todo en un lugar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Billetera, préstamos, inversiones y gastos.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3" y="1828800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Costos claros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Cuota, interés y total antes de aceptar.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93008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Dos monedas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ARS y USD separados, sin conversión.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3" y="3493008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Presti sin humo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Datos reales y contenido curado.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406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Comparación de enfoque y experiencia de uso. No compara precios.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05 ·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Tecnología y confianza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Python + Django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Orden y seguridad para reglas de dinero.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3" y="1828800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PostgreSQL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Consistencia y transacciones.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93008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Doble registro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Cada movimiento, dos veces.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3" y="3493008"/>
            <a:ext cx="5477255" cy="146304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1887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Segoe UI"/>
              </a:rPr>
              <a:t>Identidad verificada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4B5563"/>
                </a:solidFill>
                <a:latin typeface="Segoe UI"/>
              </a:rPr>
              <a:t>KYC antes de operar.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4068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Herramientas probadas y mantenibles, no las de moda.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65FFF"/>
                </a:solidFill>
                <a:latin typeface="Segoe UI"/>
              </a:rPr>
              <a:t>Presto.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01752"/>
            <a:ext cx="4160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Segoe UI"/>
              </a:rPr>
              <a:t>06 · ESTADO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Hoy y lo que sigue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234440" cy="54864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Presto · demo pública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638044" cy="16002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465FFF"/>
                </a:solidFill>
                <a:latin typeface="Segoe UI"/>
              </a:rPr>
              <a:t>13</a:t>
            </a:r>
          </a:p>
          <a:p>
            <a:pPr algn="ctr"/>
            <a:r>
              <a:rPr sz="1050">
                <a:solidFill>
                  <a:srgbClr val="6B7280"/>
                </a:solidFill>
                <a:latin typeface="Segoe UI"/>
              </a:rPr>
              <a:t>módulos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2132" y="1828800"/>
            <a:ext cx="2638044" cy="16002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465FFF"/>
                </a:solidFill>
                <a:latin typeface="Segoe UI"/>
              </a:rPr>
              <a:t>800</a:t>
            </a:r>
          </a:p>
          <a:p>
            <a:pPr algn="ctr"/>
            <a:r>
              <a:rPr sz="1050">
                <a:solidFill>
                  <a:srgbClr val="6B7280"/>
                </a:solidFill>
                <a:latin typeface="Segoe UI"/>
              </a:rPr>
              <a:t>pruebas automáticas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28800"/>
            <a:ext cx="2638044" cy="16002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465FFF"/>
                </a:solidFill>
                <a:latin typeface="Segoe UI"/>
              </a:rPr>
              <a:t>5</a:t>
            </a:r>
          </a:p>
          <a:p>
            <a:pPr algn="ctr"/>
            <a:r>
              <a:rPr sz="1050">
                <a:solidFill>
                  <a:srgbClr val="6B7280"/>
                </a:solidFill>
                <a:latin typeface="Segoe UI"/>
              </a:rPr>
              <a:t>controles en cada cambio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0556" y="1828800"/>
            <a:ext cx="2638044" cy="1600200"/>
          </a:xfrm>
          <a:prstGeom prst="roundRect">
            <a:avLst>
              <a:gd name="adj" fmla="val 8000"/>
            </a:avLst>
          </a:prstGeom>
          <a:solidFill>
            <a:srgbClr val="F2F7FF"/>
          </a:solidFill>
          <a:ln w="12700"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465FFF"/>
                </a:solidFill>
                <a:latin typeface="Segoe UI"/>
              </a:rPr>
              <a:t>1</a:t>
            </a:r>
          </a:p>
          <a:p>
            <a:pPr algn="ctr"/>
            <a:r>
              <a:rPr sz="1050">
                <a:solidFill>
                  <a:srgbClr val="6B7280"/>
                </a:solidFill>
                <a:latin typeface="Segoe UI"/>
              </a:rPr>
              <a:t>demo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881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11827"/>
                </a:solidFill>
                <a:latin typeface="Segoe UI"/>
              </a:rPr>
              <a:t>•  Demo pública con dinero simulado.
•  Circuito completo: billetera, préstamos, inversiones y Presti.
•  Próximo: pagos reales, KYC con documentos y legales.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60720"/>
            <a:ext cx="11155680" cy="47548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1150" b="1">
                <a:solidFill>
                  <a:srgbClr val="92400E"/>
                </a:solidFill>
                <a:latin typeface="Segoe UI"/>
              </a:rPr>
              <a:t>Demo: https://presto-mvp-alpha.vercel.app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97280"/>
            <a:ext cx="7772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Segoe UI"/>
              </a:rPr>
              <a:t>Presto</a:t>
            </a:r>
            <a:r>
              <a:rPr sz="5600" b="1">
                <a:solidFill>
                  <a:srgbClr val="93C5FD"/>
                </a:solidFill>
                <a:latin typeface="Segoe UI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DDE9FF"/>
                </a:solidFill>
                <a:latin typeface="Segoe UI"/>
              </a:rPr>
              <a:t>Menos fricción, más claridad.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https://presto-mvp-alpha.vercel.app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747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DDE9FF"/>
                </a:solidFill>
                <a:latin typeface="Segoe UI"/>
              </a:rPr>
              <a:t>Usuarios demo: ana@presto.demo  ·  beto@presto.demo  ·  carla@presto.demo  ·  Presto123!  ·  Repo: https://github.com/jrweiss93/PRESTO-MVP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5216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Gracias.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